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DC373F-B921-8CE9-A924-B35DA2D9F503}"/>
              </a:ext>
            </a:extLst>
          </p:cNvPr>
          <p:cNvSpPr txBox="1"/>
          <p:nvPr/>
        </p:nvSpPr>
        <p:spPr>
          <a:xfrm>
            <a:off x="2182761" y="1356850"/>
            <a:ext cx="81411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STORYTELLING &amp; STATISTICAL VALIDATION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 – Data Analytics Internship</a:t>
            </a:r>
          </a:p>
          <a:p>
            <a:pPr algn="ctr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ApexPlanet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Pvt.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Ltd.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077C4-8EE2-83DE-B027-DFCB189AB95A}"/>
              </a:ext>
            </a:extLst>
          </p:cNvPr>
          <p:cNvSpPr txBox="1"/>
          <p:nvPr/>
        </p:nvSpPr>
        <p:spPr>
          <a:xfrm>
            <a:off x="7737987" y="3903405"/>
            <a:ext cx="3824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Gunasekaran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(Artificial Intelligence and  Data Science)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Akshaya College of Engineering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4144199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F321D8-FC32-921A-0AB6-658F2FA4407D}"/>
              </a:ext>
            </a:extLst>
          </p:cNvPr>
          <p:cNvSpPr txBox="1"/>
          <p:nvPr/>
        </p:nvSpPr>
        <p:spPr>
          <a:xfrm>
            <a:off x="1376517" y="1956619"/>
            <a:ext cx="973393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objective of this project is to analyse a retail sales dataset and transform raw business data into meaningful insights using data storytelling and statistical validation techniques.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sales performance.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purchasing behaviour.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high-performing products and cities.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findings using statistical tests.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business recommendations.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6BC21-23FA-B743-B487-950223D57D1D}"/>
              </a:ext>
            </a:extLst>
          </p:cNvPr>
          <p:cNvSpPr txBox="1"/>
          <p:nvPr/>
        </p:nvSpPr>
        <p:spPr>
          <a:xfrm>
            <a:off x="1376517" y="1254228"/>
            <a:ext cx="3559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Objective: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2488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9BCBBF-9142-9480-551A-5BC1621451C4}"/>
              </a:ext>
            </a:extLst>
          </p:cNvPr>
          <p:cNvSpPr txBox="1"/>
          <p:nvPr/>
        </p:nvSpPr>
        <p:spPr>
          <a:xfrm>
            <a:off x="1691149" y="635164"/>
            <a:ext cx="730536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Analysis: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generated the highest revenue.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cities contributed significantly more sales.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showed seasonal fluctuations.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Understanding these trends helps businesses improve inventory planning and marketing strategies.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88201-BB55-5661-5BFA-B518FD5F2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982" y="3220487"/>
            <a:ext cx="6164835" cy="308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1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623201-B954-55D7-64C4-29009888C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25" y="298651"/>
            <a:ext cx="4866975" cy="30418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0B6A7F-9F4B-1EF3-629E-AC4C55753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62125"/>
            <a:ext cx="5162041" cy="30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70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96A69D-719C-A372-51A2-1D15B2C9C89B}"/>
              </a:ext>
            </a:extLst>
          </p:cNvPr>
          <p:cNvSpPr txBox="1"/>
          <p:nvPr/>
        </p:nvSpPr>
        <p:spPr>
          <a:xfrm>
            <a:off x="2133600" y="764458"/>
            <a:ext cx="7924800" cy="2664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customers belong to the Low Value segment.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distribution is nearly balanced across genders.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products contribute a large portion of the total revenue.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Customer segmentation enables personalized marketing and better customer retention strategies.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BEA67F-55F7-5D6B-8779-931D1CEDA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393" y="3193026"/>
            <a:ext cx="3303644" cy="330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32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D8F843-5C09-556A-B965-FF9331790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221" y="448592"/>
            <a:ext cx="4768653" cy="29804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B3C770-AA0C-0E0C-15DA-5F9D03921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4967347" cy="298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15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9E57FB-3D0C-29F8-3237-B6F05473D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555" y="501446"/>
            <a:ext cx="3849334" cy="3207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BF099F-BD3A-11D1-2553-9647BF02B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49677"/>
            <a:ext cx="4029334" cy="335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80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ACEBA4-0BEA-6C67-3D1D-1D978CA74361}"/>
              </a:ext>
            </a:extLst>
          </p:cNvPr>
          <p:cNvSpPr txBox="1"/>
          <p:nvPr/>
        </p:nvSpPr>
        <p:spPr>
          <a:xfrm>
            <a:off x="2163096" y="1396180"/>
            <a:ext cx="7393859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analysis, the following recommendations are proposed: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inventory for Electronics products.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marketing campaigns in high-performing cities.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loyalty programmes for High Value customers.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customer segmentation for personalized promotions.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seasonal sales trends to optimize inventory.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using dashboards for regular business monitoring.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future business decisions with statistical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233871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96D2FF-F549-9281-4FC1-4DFE141B8238}"/>
              </a:ext>
            </a:extLst>
          </p:cNvPr>
          <p:cNvSpPr txBox="1"/>
          <p:nvPr/>
        </p:nvSpPr>
        <p:spPr>
          <a:xfrm>
            <a:off x="2182761" y="1111046"/>
            <a:ext cx="760033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 project successfully demonstrates how data storytelling and statistical validation can transform raw sales data into meaningful business insights.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Storytelling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Visualization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Validation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1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16B477-DEF7-1334-C9DF-2F469721E905}"/>
              </a:ext>
            </a:extLst>
          </p:cNvPr>
          <p:cNvSpPr txBox="1"/>
          <p:nvPr/>
        </p:nvSpPr>
        <p:spPr>
          <a:xfrm>
            <a:off x="4247536" y="1543664"/>
            <a:ext cx="3421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C2C34-B0A4-9255-499B-B75B23AC57C3}"/>
              </a:ext>
            </a:extLst>
          </p:cNvPr>
          <p:cNvSpPr txBox="1"/>
          <p:nvPr/>
        </p:nvSpPr>
        <p:spPr>
          <a:xfrm>
            <a:off x="3490451" y="2674392"/>
            <a:ext cx="5447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9519948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{208F5D23-5959-47AC-B41E-14905D1A60AD}TF6d5feb1e-e145-43f1-b745-cb4b54c5ee97c08fbe0c-84ec64d2cf32</Template>
  <TotalTime>28</TotalTime>
  <Words>304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gunavera2020@gmail.com</dc:creator>
  <cp:lastModifiedBy>gunavera2020@gmail.com</cp:lastModifiedBy>
  <cp:revision>1</cp:revision>
  <dcterms:created xsi:type="dcterms:W3CDTF">2026-08-03T16:18:08Z</dcterms:created>
  <dcterms:modified xsi:type="dcterms:W3CDTF">2026-08-03T16:46:15Z</dcterms:modified>
</cp:coreProperties>
</file>