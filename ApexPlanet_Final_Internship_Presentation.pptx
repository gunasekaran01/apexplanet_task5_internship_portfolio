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59166-EA4E-9211-EC1B-5EFC27E09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55F7C7-AA38-0966-0F80-E2665528C92A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106A10-07F8-BE47-3255-429829D9E26A}"/>
              </a:ext>
            </a:extLst>
          </p:cNvPr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391D95-400D-BBC3-FC5B-D7AF2C5F4BCB}"/>
              </a:ext>
            </a:extLst>
          </p:cNvPr>
          <p:cNvSpPr txBox="1"/>
          <p:nvPr/>
        </p:nvSpPr>
        <p:spPr>
          <a:xfrm>
            <a:off x="11362490" y="6601968"/>
            <a:ext cx="25039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rPr lang="en-GB" dirty="0"/>
              <a:t>1</a:t>
            </a:r>
            <a:endParaRPr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C6384B-FBC4-97FE-B8E5-36683A91DDA5}"/>
              </a:ext>
            </a:extLst>
          </p:cNvPr>
          <p:cNvSpPr txBox="1"/>
          <p:nvPr/>
        </p:nvSpPr>
        <p:spPr>
          <a:xfrm>
            <a:off x="2118714" y="1371600"/>
            <a:ext cx="7924092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rPr dirty="0">
                <a:solidFill>
                  <a:sysClr val="windowText" lastClr="000000"/>
                </a:solidFill>
              </a:rPr>
              <a:t>APEXPLANET DATA ANALYTICS INTERNSHIP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63F442-942D-C815-9E22-7B8BB8EC0650}"/>
              </a:ext>
            </a:extLst>
          </p:cNvPr>
          <p:cNvSpPr txBox="1"/>
          <p:nvPr/>
        </p:nvSpPr>
        <p:spPr>
          <a:xfrm>
            <a:off x="3956621" y="2743200"/>
            <a:ext cx="4248278" cy="16004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2600" b="0">
                <a:solidFill>
                  <a:srgbClr val="FFFFFF"/>
                </a:solidFill>
              </a:defRPr>
            </a:pPr>
            <a:r>
              <a:rPr dirty="0">
                <a:solidFill>
                  <a:sysClr val="windowText" lastClr="000000"/>
                </a:solidFill>
              </a:rPr>
              <a:t>Internship Journey &amp; Portfolio</a:t>
            </a:r>
          </a:p>
          <a:p>
            <a:pPr algn="ctr">
              <a:spcAft>
                <a:spcPts val="800"/>
              </a:spcAft>
              <a:defRPr sz="2200" b="1">
                <a:solidFill>
                  <a:srgbClr val="FFFFFF"/>
                </a:solidFill>
              </a:defRPr>
            </a:pPr>
            <a:r>
              <a:rPr dirty="0">
                <a:solidFill>
                  <a:sysClr val="windowText" lastClr="000000"/>
                </a:solidFill>
              </a:rPr>
              <a:t>V. Gunasekaran</a:t>
            </a:r>
          </a:p>
          <a:p>
            <a:pPr algn="ctr">
              <a:spcAft>
                <a:spcPts val="800"/>
              </a:spcAft>
              <a:defRPr sz="1600" b="0">
                <a:solidFill>
                  <a:srgbClr val="FFFFFF"/>
                </a:solidFill>
              </a:defRPr>
            </a:pPr>
            <a:r>
              <a:rPr dirty="0" err="1">
                <a:solidFill>
                  <a:sysClr val="windowText" lastClr="000000"/>
                </a:solidFill>
              </a:rPr>
              <a:t>B.Tech</a:t>
            </a:r>
            <a:r>
              <a:rPr dirty="0">
                <a:solidFill>
                  <a:sysClr val="windowText" lastClr="000000"/>
                </a:solidFill>
              </a:rPr>
              <a:t> – Artificial Intelligence and Data Science</a:t>
            </a:r>
          </a:p>
          <a:p>
            <a:pPr algn="ctr">
              <a:spcAft>
                <a:spcPts val="800"/>
              </a:spcAft>
              <a:defRPr sz="1400" b="0">
                <a:solidFill>
                  <a:srgbClr val="FFFFFF"/>
                </a:solidFill>
              </a:defRPr>
            </a:pPr>
            <a:r>
              <a:rPr dirty="0" err="1">
                <a:solidFill>
                  <a:sysClr val="windowText" lastClr="000000"/>
                </a:solidFill>
              </a:rPr>
              <a:t>ApexPlanet</a:t>
            </a:r>
            <a:r>
              <a:rPr dirty="0">
                <a:solidFill>
                  <a:sysClr val="windowText" lastClr="000000"/>
                </a:solidFill>
              </a:rPr>
              <a:t> Software Pvt. Ltd. </a:t>
            </a:r>
          </a:p>
        </p:txBody>
      </p:sp>
    </p:spTree>
    <p:extLst>
      <p:ext uri="{BB962C8B-B14F-4D97-AF65-F5344CB8AC3E}">
        <p14:creationId xmlns:p14="http://schemas.microsoft.com/office/powerpoint/2010/main" val="4135357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A4A"/>
                </a:solidFill>
              </a:defRPr>
            </a:pPr>
            <a:r>
              <a:t>Internship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73152" cy="1371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517904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62A4A"/>
                </a:solidFill>
              </a:defRPr>
            </a:pPr>
            <a:r>
              <a:t>Organization</a:t>
            </a:r>
          </a:p>
          <a:p>
            <a:pPr>
              <a:spcBef>
                <a:spcPts val="600"/>
              </a:spcBef>
              <a:defRPr sz="1300">
                <a:solidFill>
                  <a:srgbClr val="232323"/>
                </a:solidFill>
              </a:defRPr>
            </a:pPr>
            <a:r>
              <a:t>ApexPlanet Software Pvt. Ltd.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89120" y="1371600"/>
            <a:ext cx="73152" cy="1371600"/>
          </a:xfrm>
          <a:prstGeom prst="rect">
            <a:avLst/>
          </a:prstGeom>
          <a:solidFill>
            <a:srgbClr val="2A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90288" y="1517904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62A4A"/>
                </a:solidFill>
              </a:defRPr>
            </a:pPr>
            <a:r>
              <a:t>Domain</a:t>
            </a:r>
          </a:p>
          <a:p>
            <a:pPr>
              <a:spcBef>
                <a:spcPts val="600"/>
              </a:spcBef>
              <a:defRPr sz="1300">
                <a:solidFill>
                  <a:srgbClr val="232323"/>
                </a:solidFill>
              </a:defRPr>
            </a:pPr>
            <a:r>
              <a:t>Data Analytics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3832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046720" y="1371600"/>
            <a:ext cx="73152" cy="13716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47888" y="1517904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62A4A"/>
                </a:solidFill>
              </a:defRPr>
            </a:pPr>
            <a:r>
              <a:t>Approach</a:t>
            </a:r>
          </a:p>
          <a:p>
            <a:pPr>
              <a:spcBef>
                <a:spcPts val="600"/>
              </a:spcBef>
              <a:defRPr sz="1300">
                <a:solidFill>
                  <a:srgbClr val="232323"/>
                </a:solidFill>
              </a:defRPr>
            </a:pPr>
            <a:r>
              <a:t>Practical, project-based tasks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00400"/>
            <a:ext cx="10058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• Worked through multiple stages of the data analytics lifecycle.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• Progressed from data preparation and EDA to dashboard development.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• Applied statistical validation and data storytelling.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• Focused on converting analytical findings into business insights.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0" y="660196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A4A"/>
                </a:solidFill>
              </a:defRPr>
            </a:pPr>
            <a:r>
              <a:t>Task 1 – Data Preparation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73152" cy="1417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517904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62A4A"/>
                </a:solidFill>
              </a:defRPr>
            </a:pPr>
            <a:r>
              <a:t>Objective</a:t>
            </a:r>
          </a:p>
          <a:p>
            <a:pPr>
              <a:spcBef>
                <a:spcPts val="600"/>
              </a:spcBef>
              <a:defRPr sz="1300">
                <a:solidFill>
                  <a:srgbClr val="232323"/>
                </a:solidFill>
              </a:defRPr>
            </a:pPr>
            <a:r>
              <a:t>Prepare the dataset for reliable downstream analysis.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89120" y="1371600"/>
            <a:ext cx="73152" cy="1417320"/>
          </a:xfrm>
          <a:prstGeom prst="rect">
            <a:avLst/>
          </a:prstGeom>
          <a:solidFill>
            <a:srgbClr val="2A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90288" y="1517904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62A4A"/>
                </a:solidFill>
              </a:defRPr>
            </a:pPr>
            <a:r>
              <a:t>Work Completed</a:t>
            </a:r>
          </a:p>
          <a:p>
            <a:pPr>
              <a:spcBef>
                <a:spcPts val="600"/>
              </a:spcBef>
              <a:defRPr sz="1300">
                <a:solidFill>
                  <a:srgbClr val="232323"/>
                </a:solidFill>
              </a:defRPr>
            </a:pPr>
            <a:r>
              <a:t>Inspected data, checked missing values and duplicates, cleaned and prepared the dataset.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046720" y="1371600"/>
            <a:ext cx="73152" cy="1417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47888" y="1517904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62A4A"/>
                </a:solidFill>
              </a:defRPr>
            </a:pPr>
            <a:r>
              <a:t>Tools</a:t>
            </a:r>
          </a:p>
          <a:p>
            <a:pPr>
              <a:spcBef>
                <a:spcPts val="600"/>
              </a:spcBef>
              <a:defRPr sz="1300">
                <a:solidFill>
                  <a:srgbClr val="232323"/>
                </a:solidFill>
              </a:defRPr>
            </a:pPr>
            <a:r>
              <a:t>Python • Pandas • Google Colab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46120"/>
            <a:ext cx="10058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• Inspected the structure and quality of the sales data.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• Checked for missing values and duplicate records.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• Prepared a cleaner dataset for exploratory analysis.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• Created a reliable foundation for later dashboard and statistical work.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0" y="660196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A4A"/>
                </a:solidFill>
              </a:defRPr>
            </a:pPr>
            <a:r>
              <a:t>Task 2 – Exploratory Data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33832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73152" cy="1463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472184"/>
            <a:ext cx="3017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62A4A"/>
                </a:solidFill>
              </a:defRPr>
            </a:pPr>
            <a:r>
              <a:t>Objective</a:t>
            </a:r>
          </a:p>
          <a:p>
            <a:pPr>
              <a:spcBef>
                <a:spcPts val="600"/>
              </a:spcBef>
              <a:defRPr sz="1300">
                <a:solidFill>
                  <a:srgbClr val="232323"/>
                </a:solidFill>
              </a:defRPr>
            </a:pPr>
            <a:r>
              <a:t>Explore the dataset to identify trends, patterns and relationships.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25880"/>
            <a:ext cx="33832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89120" y="1325880"/>
            <a:ext cx="73152" cy="1463040"/>
          </a:xfrm>
          <a:prstGeom prst="rect">
            <a:avLst/>
          </a:prstGeom>
          <a:solidFill>
            <a:srgbClr val="2A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90288" y="1472184"/>
            <a:ext cx="3017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62A4A"/>
                </a:solidFill>
              </a:defRPr>
            </a:pPr>
            <a:r>
              <a:t>Analysis</a:t>
            </a:r>
          </a:p>
          <a:p>
            <a:pPr>
              <a:spcBef>
                <a:spcPts val="600"/>
              </a:spcBef>
              <a:defRPr sz="1300">
                <a:solidFill>
                  <a:srgbClr val="232323"/>
                </a:solidFill>
              </a:defRPr>
            </a:pPr>
            <a:r>
              <a:t>Descriptive statistics, sales, product, customer analysis and visualizations.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25880"/>
            <a:ext cx="33832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046720" y="1325880"/>
            <a:ext cx="73152" cy="14630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47888" y="1472184"/>
            <a:ext cx="3017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62A4A"/>
                </a:solidFill>
              </a:defRPr>
            </a:pPr>
            <a:r>
              <a:t>Tools</a:t>
            </a:r>
          </a:p>
          <a:p>
            <a:pPr>
              <a:spcBef>
                <a:spcPts val="600"/>
              </a:spcBef>
              <a:defRPr sz="1300">
                <a:solidFill>
                  <a:srgbClr val="232323"/>
                </a:solidFill>
              </a:defRPr>
            </a:pPr>
            <a:r>
              <a:t>Python • Pandas • Matplotlib • Seaborn • Google Colab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46120"/>
            <a:ext cx="10058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• Examined sales performance across categories and products.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• Explored customer and geographic patterns.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• Used visualizations to make trends easier to interpret.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• Generated findings used in the dashboard and storytelling stages.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0" y="660196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A4A"/>
                </a:solidFill>
              </a:defRPr>
            </a:pPr>
            <a:r>
              <a:t>Task 3 – Interactive Power BI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371600"/>
            <a:ext cx="45720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0" y="1581273"/>
            <a:ext cx="73152" cy="1683774"/>
          </a:xfrm>
          <a:prstGeom prst="rect">
            <a:avLst/>
          </a:prstGeom>
          <a:solidFill>
            <a:srgbClr val="2A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59168" y="1517904"/>
            <a:ext cx="42062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62A4A"/>
                </a:solidFill>
              </a:defRPr>
            </a:pPr>
            <a:r>
              <a:rPr dirty="0"/>
              <a:t>Dashboard Features</a:t>
            </a:r>
          </a:p>
          <a:p>
            <a:pPr>
              <a:spcBef>
                <a:spcPts val="600"/>
              </a:spcBef>
              <a:defRPr sz="1300">
                <a:solidFill>
                  <a:srgbClr val="232323"/>
                </a:solidFill>
              </a:defRPr>
            </a:pPr>
            <a:r>
              <a:rPr dirty="0"/>
              <a:t>Revenue KPIs • Sales trends • Category analysis • Product analysis • City analysis • Customer segmentation • Interactive slicers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3703320"/>
            <a:ext cx="45720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0" y="3703320"/>
            <a:ext cx="73152" cy="1371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59168" y="3849624"/>
            <a:ext cx="4206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62A4A"/>
                </a:solidFill>
              </a:defRPr>
            </a:pPr>
            <a:r>
              <a:t>Tools</a:t>
            </a:r>
          </a:p>
          <a:p>
            <a:pPr>
              <a:spcBef>
                <a:spcPts val="600"/>
              </a:spcBef>
              <a:defRPr sz="1300">
                <a:solidFill>
                  <a:srgbClr val="232323"/>
                </a:solidFill>
              </a:defRPr>
            </a:pPr>
            <a:r>
              <a:t>Power BI • Power Query • DAX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0" y="660196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89E86FE-4C80-15D1-8AC9-F61756D3A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60635"/>
            <a:ext cx="5897880" cy="459615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A4A"/>
                </a:solidFill>
              </a:defRPr>
            </a:pPr>
            <a:r>
              <a:t>Task 4 – Data Storytelling &amp; Statistical Validation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73152" cy="1554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517904"/>
            <a:ext cx="3017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62A4A"/>
                </a:solidFill>
              </a:defRPr>
            </a:pPr>
            <a:r>
              <a:t>Data Storytelling</a:t>
            </a:r>
          </a:p>
          <a:p>
            <a:pPr>
              <a:spcBef>
                <a:spcPts val="600"/>
              </a:spcBef>
              <a:defRPr sz="1300">
                <a:solidFill>
                  <a:srgbClr val="232323"/>
                </a:solidFill>
              </a:defRPr>
            </a:pPr>
            <a:r>
              <a:t>Converted analytical findings into observations, business insights and recommendations.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89120" y="1371600"/>
            <a:ext cx="73152" cy="1554480"/>
          </a:xfrm>
          <a:prstGeom prst="rect">
            <a:avLst/>
          </a:prstGeom>
          <a:solidFill>
            <a:srgbClr val="2A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90288" y="1517904"/>
            <a:ext cx="3017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62A4A"/>
                </a:solidFill>
              </a:defRPr>
            </a:pPr>
            <a:r>
              <a:t>Statistical Validation</a:t>
            </a:r>
          </a:p>
          <a:p>
            <a:pPr>
              <a:spcBef>
                <a:spcPts val="600"/>
              </a:spcBef>
              <a:defRPr sz="1300">
                <a:solidFill>
                  <a:srgbClr val="232323"/>
                </a:solidFill>
              </a:defRPr>
            </a:pPr>
            <a:r>
              <a:t>Used correlation analysis, independent sample t-test and chi-square testing.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046720" y="1371600"/>
            <a:ext cx="73152" cy="1554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47888" y="1517904"/>
            <a:ext cx="3017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62A4A"/>
                </a:solidFill>
              </a:defRPr>
            </a:pPr>
            <a:r>
              <a:t>Tools</a:t>
            </a:r>
          </a:p>
          <a:p>
            <a:pPr>
              <a:spcBef>
                <a:spcPts val="600"/>
              </a:spcBef>
              <a:defRPr sz="1300">
                <a:solidFill>
                  <a:srgbClr val="232323"/>
                </a:solidFill>
              </a:defRPr>
            </a:pPr>
            <a:r>
              <a:t>Python • Pandas • Matplotlib • Seaborn • SciPy • Power BI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8328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• Analysed revenue by category and city.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• Studied monthly sales trends and top-performing products.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• Explored customer segmentation and demographic patterns.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• Used statistical tests to validate selected observations.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0" y="660196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A4A"/>
                </a:solidFill>
              </a:defRPr>
            </a:pPr>
            <a:r>
              <a:t>Key Business Insights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73152" cy="1645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517904"/>
            <a:ext cx="3017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62A4A"/>
                </a:solidFill>
              </a:defRPr>
            </a:pPr>
            <a:r>
              <a:t>Products &amp; Categories</a:t>
            </a:r>
          </a:p>
          <a:p>
            <a:pPr>
              <a:spcBef>
                <a:spcPts val="600"/>
              </a:spcBef>
              <a:defRPr sz="1300">
                <a:solidFill>
                  <a:srgbClr val="232323"/>
                </a:solidFill>
              </a:defRPr>
            </a:pPr>
            <a:r>
              <a:t>Identified high-performing categories and products contributing strongly to revenue.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89120" y="1371600"/>
            <a:ext cx="73152" cy="1645920"/>
          </a:xfrm>
          <a:prstGeom prst="rect">
            <a:avLst/>
          </a:prstGeom>
          <a:solidFill>
            <a:srgbClr val="2A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90288" y="1517904"/>
            <a:ext cx="3017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62A4A"/>
                </a:solidFill>
              </a:defRPr>
            </a:pPr>
            <a:r>
              <a:t>Geographic Performance</a:t>
            </a:r>
          </a:p>
          <a:p>
            <a:pPr>
              <a:spcBef>
                <a:spcPts val="600"/>
              </a:spcBef>
              <a:defRPr sz="1300">
                <a:solidFill>
                  <a:srgbClr val="232323"/>
                </a:solidFill>
              </a:defRPr>
            </a:pPr>
            <a:r>
              <a:t>Analysed city-wise revenue to identify stronger and weaker market performance.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046720" y="1371600"/>
            <a:ext cx="73152" cy="1645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47888" y="1517904"/>
            <a:ext cx="3017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62A4A"/>
                </a:solidFill>
              </a:defRPr>
            </a:pPr>
            <a:r>
              <a:t>Customer Behaviour</a:t>
            </a:r>
          </a:p>
          <a:p>
            <a:pPr>
              <a:spcBef>
                <a:spcPts val="600"/>
              </a:spcBef>
              <a:defRPr sz="1300">
                <a:solidFill>
                  <a:srgbClr val="232323"/>
                </a:solidFill>
              </a:defRPr>
            </a:pPr>
            <a:r>
              <a:t>Used segmentation and demographic analysis to understand customer patterns.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365760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560320" y="3657600"/>
            <a:ext cx="73152" cy="1554480"/>
          </a:xfrm>
          <a:prstGeom prst="rect">
            <a:avLst/>
          </a:prstGeom>
          <a:solidFill>
            <a:srgbClr val="2A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61488" y="3803904"/>
            <a:ext cx="3017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62A4A"/>
                </a:solidFill>
              </a:defRPr>
            </a:pPr>
            <a:r>
              <a:t>Time Trends</a:t>
            </a:r>
          </a:p>
          <a:p>
            <a:pPr>
              <a:spcBef>
                <a:spcPts val="600"/>
              </a:spcBef>
              <a:defRPr sz="1300">
                <a:solidFill>
                  <a:srgbClr val="232323"/>
                </a:solidFill>
              </a:defRPr>
            </a:pPr>
            <a:r>
              <a:t>Examined monthly sales fluctuations to support seasonal planning.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65760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3657600"/>
            <a:ext cx="73152" cy="1554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19088" y="3803904"/>
            <a:ext cx="3017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62A4A"/>
                </a:solidFill>
              </a:defRPr>
            </a:pPr>
            <a:r>
              <a:t>Evidence-Based Decisions</a:t>
            </a:r>
          </a:p>
          <a:p>
            <a:pPr>
              <a:spcBef>
                <a:spcPts val="600"/>
              </a:spcBef>
              <a:defRPr sz="1300">
                <a:solidFill>
                  <a:srgbClr val="232323"/>
                </a:solidFill>
              </a:defRPr>
            </a:pPr>
            <a:r>
              <a:t>Statistical validation added evidence beyond visual interpretation.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0" y="660196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A4A"/>
                </a:solidFill>
              </a:defRPr>
            </a:pPr>
            <a:r>
              <a:t>Technical Skills Developed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1546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73152" cy="1600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517904"/>
            <a:ext cx="2788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62A4A"/>
                </a:solidFill>
              </a:defRPr>
            </a:pPr>
            <a:r>
              <a:t>Programming</a:t>
            </a:r>
          </a:p>
          <a:p>
            <a:pPr>
              <a:spcBef>
                <a:spcPts val="600"/>
              </a:spcBef>
              <a:defRPr sz="1300">
                <a:solidFill>
                  <a:srgbClr val="232323"/>
                </a:solidFill>
              </a:defRPr>
            </a:pPr>
            <a:r>
              <a:t>Python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371600"/>
            <a:ext cx="31546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60520" y="1371600"/>
            <a:ext cx="73152" cy="1600200"/>
          </a:xfrm>
          <a:prstGeom prst="rect">
            <a:avLst/>
          </a:prstGeom>
          <a:solidFill>
            <a:srgbClr val="2A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61688" y="1517904"/>
            <a:ext cx="2788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62A4A"/>
                </a:solidFill>
              </a:defRPr>
            </a:pPr>
            <a:r>
              <a:t>Data Analysis</a:t>
            </a:r>
          </a:p>
          <a:p>
            <a:pPr>
              <a:spcBef>
                <a:spcPts val="600"/>
              </a:spcBef>
              <a:defRPr sz="1300">
                <a:solidFill>
                  <a:srgbClr val="232323"/>
                </a:solidFill>
              </a:defRPr>
            </a:pPr>
            <a:r>
              <a:t>Pandas • NumPy • EDA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1371600"/>
            <a:ext cx="31546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589520" y="1371600"/>
            <a:ext cx="73152" cy="1600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90688" y="1517904"/>
            <a:ext cx="2788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62A4A"/>
                </a:solidFill>
              </a:defRPr>
            </a:pPr>
            <a:r>
              <a:t>Visualization</a:t>
            </a:r>
          </a:p>
          <a:p>
            <a:pPr>
              <a:spcBef>
                <a:spcPts val="600"/>
              </a:spcBef>
              <a:defRPr sz="1300">
                <a:solidFill>
                  <a:srgbClr val="232323"/>
                </a:solidFill>
              </a:defRPr>
            </a:pPr>
            <a:r>
              <a:t>Matplotlib • Seaborn • Power BI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59884" y="3608438"/>
            <a:ext cx="31546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459884" y="3608438"/>
            <a:ext cx="73152" cy="1600200"/>
          </a:xfrm>
          <a:prstGeom prst="rect">
            <a:avLst/>
          </a:prstGeom>
          <a:solidFill>
            <a:srgbClr val="2A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61052" y="3754742"/>
            <a:ext cx="2788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62A4A"/>
                </a:solidFill>
              </a:defRPr>
            </a:pPr>
            <a:r>
              <a:t>Statistics</a:t>
            </a:r>
          </a:p>
          <a:p>
            <a:pPr>
              <a:spcBef>
                <a:spcPts val="600"/>
              </a:spcBef>
              <a:defRPr sz="1300">
                <a:solidFill>
                  <a:srgbClr val="232323"/>
                </a:solidFill>
              </a:defRPr>
            </a:pPr>
            <a:r>
              <a:t>Correlation • T-Test • Chi-Square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8140" y="3575304"/>
            <a:ext cx="31546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98140" y="3575304"/>
            <a:ext cx="73152" cy="1600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99308" y="3721608"/>
            <a:ext cx="2788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62A4A"/>
                </a:solidFill>
              </a:defRPr>
            </a:pPr>
            <a:r>
              <a:rPr dirty="0"/>
              <a:t>Tools</a:t>
            </a:r>
          </a:p>
          <a:p>
            <a:pPr>
              <a:spcBef>
                <a:spcPts val="600"/>
              </a:spcBef>
              <a:defRPr sz="1300">
                <a:solidFill>
                  <a:srgbClr val="232323"/>
                </a:solidFill>
              </a:defRPr>
            </a:pPr>
            <a:r>
              <a:rPr dirty="0"/>
              <a:t>Google </a:t>
            </a:r>
            <a:r>
              <a:rPr dirty="0" err="1"/>
              <a:t>Colab</a:t>
            </a:r>
            <a:r>
              <a:rPr dirty="0"/>
              <a:t> • GitHub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72800" y="660196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A4A"/>
                </a:solidFill>
              </a:defRPr>
            </a:pPr>
            <a:r>
              <a:t>Key Learnings &amp; 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323"/>
                </a:solidFill>
              </a:defRPr>
            </a:pPr>
            <a:r>
              <a:t>• Worked with real-world data from preparation through interpretation.</a:t>
            </a:r>
          </a:p>
          <a:p>
            <a:pPr>
              <a:spcAft>
                <a:spcPts val="1200"/>
              </a:spcAft>
              <a:defRPr sz="1600">
                <a:solidFill>
                  <a:srgbClr val="232323"/>
                </a:solidFill>
              </a:defRPr>
            </a:pPr>
            <a:r>
              <a:t>• Improved systematic exploratory analysis and pattern identification.</a:t>
            </a:r>
          </a:p>
          <a:p>
            <a:pPr>
              <a:spcAft>
                <a:spcPts val="1200"/>
              </a:spcAft>
              <a:defRPr sz="1600">
                <a:solidFill>
                  <a:srgbClr val="232323"/>
                </a:solidFill>
              </a:defRPr>
            </a:pPr>
            <a:r>
              <a:t>• Gained practical experience building an interactive Power BI dashboard.</a:t>
            </a:r>
          </a:p>
          <a:p>
            <a:pPr>
              <a:spcAft>
                <a:spcPts val="1200"/>
              </a:spcAft>
              <a:defRPr sz="1600">
                <a:solidFill>
                  <a:srgbClr val="232323"/>
                </a:solidFill>
              </a:defRPr>
            </a:pPr>
            <a:r>
              <a:t>• Learned to validate observations statistically instead of relying only on visual patterns.</a:t>
            </a:r>
          </a:p>
          <a:p>
            <a:pPr>
              <a:spcAft>
                <a:spcPts val="1200"/>
              </a:spcAft>
              <a:defRPr sz="1600">
                <a:solidFill>
                  <a:srgbClr val="232323"/>
                </a:solidFill>
              </a:defRPr>
            </a:pPr>
            <a:r>
              <a:t>• Improved communication through data storytelling.</a:t>
            </a:r>
          </a:p>
          <a:p>
            <a:pPr>
              <a:spcAft>
                <a:spcPts val="1200"/>
              </a:spcAft>
              <a:defRPr sz="1600">
                <a:solidFill>
                  <a:srgbClr val="232323"/>
                </a:solidFill>
              </a:defRPr>
            </a:pPr>
            <a:r>
              <a:t>• Learned to organize and present technical work using GitHub.</a:t>
            </a:r>
          </a:p>
          <a:p>
            <a:pPr>
              <a:spcAft>
                <a:spcPts val="1200"/>
              </a:spcAft>
              <a:defRPr sz="1600">
                <a:solidFill>
                  <a:srgbClr val="232323"/>
                </a:solidFill>
              </a:defRPr>
            </a:pPr>
            <a:r>
              <a:t>• Most importantly, learned that data analytics is about turning data into decisions—not simply creating charts.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60196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65A7C-7D83-EE27-EE07-9137ACB24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FF0594-A050-2604-231F-52AAD38714E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517EDA-6A20-3286-F556-D9B95DBD5AC4}"/>
              </a:ext>
            </a:extLst>
          </p:cNvPr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E64744-B4F9-1C9C-8046-515FAA5EAB55}"/>
              </a:ext>
            </a:extLst>
          </p:cNvPr>
          <p:cNvSpPr txBox="1"/>
          <p:nvPr/>
        </p:nvSpPr>
        <p:spPr>
          <a:xfrm>
            <a:off x="11296768" y="6601968"/>
            <a:ext cx="31611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rPr lang="en-GB" dirty="0"/>
              <a:t>10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1C9E6D-BFB9-D647-BF5F-F82411C291C5}"/>
              </a:ext>
            </a:extLst>
          </p:cNvPr>
          <p:cNvSpPr txBox="1"/>
          <p:nvPr/>
        </p:nvSpPr>
        <p:spPr>
          <a:xfrm>
            <a:off x="4450867" y="1960127"/>
            <a:ext cx="329026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rPr sz="4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THANK</a:t>
            </a:r>
            <a:r>
              <a:rPr sz="4400" dirty="0">
                <a:solidFill>
                  <a:sysClr val="windowText" lastClr="000000"/>
                </a:solidFill>
              </a:rPr>
              <a:t> </a:t>
            </a:r>
            <a:r>
              <a:rPr sz="4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YOU</a:t>
            </a:r>
            <a:endParaRPr sz="4400" dirty="0">
              <a:solidFill>
                <a:sysClr val="windowText" lastClr="0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6E0AA8-9463-ED22-E0E9-7F8D3BBC16AE}"/>
              </a:ext>
            </a:extLst>
          </p:cNvPr>
          <p:cNvSpPr txBox="1"/>
          <p:nvPr/>
        </p:nvSpPr>
        <p:spPr>
          <a:xfrm>
            <a:off x="4297822" y="3930937"/>
            <a:ext cx="3596049" cy="1097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FFFFFF"/>
                </a:solidFill>
              </a:defRPr>
            </a:pPr>
            <a:r>
              <a:rPr dirty="0">
                <a:solidFill>
                  <a:sysClr val="windowText" lastClr="000000"/>
                </a:solidFill>
              </a:rPr>
              <a:t>V. Gunasekaran</a:t>
            </a:r>
          </a:p>
          <a:p>
            <a:pPr algn="ctr">
              <a:spcAft>
                <a:spcPts val="800"/>
              </a:spcAft>
              <a:defRPr sz="1700" b="0">
                <a:solidFill>
                  <a:srgbClr val="FFFFFF"/>
                </a:solidFill>
              </a:defRPr>
            </a:pPr>
            <a:r>
              <a:rPr sz="1400" dirty="0" err="1">
                <a:solidFill>
                  <a:sysClr val="windowText" lastClr="000000"/>
                </a:solidFill>
              </a:rPr>
              <a:t>B.Tech</a:t>
            </a:r>
            <a:r>
              <a:rPr sz="1400" dirty="0">
                <a:solidFill>
                  <a:sysClr val="windowText" lastClr="000000"/>
                </a:solidFill>
              </a:rPr>
              <a:t> – Artificial Intelligence and Data Science</a:t>
            </a:r>
          </a:p>
          <a:p>
            <a:pPr algn="ctr">
              <a:spcAft>
                <a:spcPts val="800"/>
              </a:spcAft>
              <a:defRPr sz="1700" b="0">
                <a:solidFill>
                  <a:srgbClr val="FFFFFF"/>
                </a:solidFill>
              </a:defRPr>
            </a:pPr>
            <a:r>
              <a:rPr sz="1400" dirty="0" err="1">
                <a:solidFill>
                  <a:sysClr val="windowText" lastClr="000000"/>
                </a:solidFill>
              </a:rPr>
              <a:t>ApexPlanet</a:t>
            </a:r>
            <a:r>
              <a:rPr sz="1400" dirty="0">
                <a:solidFill>
                  <a:sysClr val="windowText" lastClr="000000"/>
                </a:solidFill>
              </a:rPr>
              <a:t> Data Analytics Internship</a:t>
            </a:r>
            <a:endParaRPr lang="en-IN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3767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565</Words>
  <Application>Microsoft Office PowerPoint</Application>
  <PresentationFormat>Widescreen</PresentationFormat>
  <Paragraphs>98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Guna</dc:creator>
  <cp:keywords/>
  <dc:description>generated using python-pptx</dc:description>
  <cp:lastModifiedBy>gunavera2020@gmail.com</cp:lastModifiedBy>
  <cp:revision>2</cp:revision>
  <dcterms:created xsi:type="dcterms:W3CDTF">2013-01-27T09:14:16Z</dcterms:created>
  <dcterms:modified xsi:type="dcterms:W3CDTF">2026-08-17T09:20:07Z</dcterms:modified>
  <cp:category/>
</cp:coreProperties>
</file>